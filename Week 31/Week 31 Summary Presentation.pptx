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63" r:id="rId4"/>
    <p:sldId id="258" r:id="rId5"/>
    <p:sldId id="265" r:id="rId6"/>
    <p:sldId id="266" r:id="rId7"/>
    <p:sldId id="264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47"/>
  </p:normalViewPr>
  <p:slideViewPr>
    <p:cSldViewPr snapToGrid="0">
      <p:cViewPr varScale="1">
        <p:scale>
          <a:sx n="136" d="100"/>
          <a:sy n="136" d="100"/>
        </p:scale>
        <p:origin x="1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0FC5-EFCB-D67B-BA54-5C0328DD9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A4755-B8D3-20D4-383B-BE14F33CE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28552-A8D8-43D3-0696-F16BF6ED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80D3-33FC-ECB4-1D14-EDD0BFA6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DB929-1810-D22D-50E2-01777B6D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5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E603-16D2-4C87-9AE8-F28A274F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B39D-2FCD-CB9B-996F-8677EB1B8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27D31-EFB4-165F-44F2-747062D4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354D-2523-71CF-299A-ED71203B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FC548-9455-5FC4-0FEB-114927C6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6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68E5-22AD-0434-717C-3D1A0B0F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1C773-1E17-7AB2-24AB-59FB4A469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A91D-0E20-BD5B-E23B-9B72801D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33C3-B233-8AF7-FA74-E1C4B0D5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C87D-C265-9875-6867-092E79A6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DB04-0739-4F33-D65D-D7B2FD3F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BCD8D-2C8B-A4C9-10C5-181C531E8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BAC20-24DF-9459-DCE6-475A0183D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3BE43-4936-69F2-0379-A6BC65CD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0E81A-75E6-3807-6009-96BCEF72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8454-0EBA-3F4D-4A52-790EB096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9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AF81-5990-A0FC-617D-1843E578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0791E-6FE9-9CFF-F7AD-D3DE80E2A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C814B-F2D2-A0D5-876E-EFD31BE07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853A6-A113-7BC0-8AA3-DF0E5A754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278E4-E8E2-6B29-E515-022106792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92249-4DCD-A409-BCDE-496837D7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1909D-C1FF-E361-FEF3-436CDD3B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CCE6A-97CF-F164-E71D-41BCD66D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6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E313-89F0-D5EC-B365-67B6A6CC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87DAD-D0E4-A9DA-95C2-6B1D16D0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A520-CBC6-A1BC-64D0-B5D51FEF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E5FE8-6DE1-EB17-C990-DCAF7017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5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B0110-34D1-1A9E-15B2-9962415D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98C94-8C02-8E89-8A88-EF2DEA67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95D42-DEEC-6539-5275-5FFFF9E4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7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ADC5-512A-2337-3C41-220E8BFD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B234-9717-9884-0B04-19B5DA81B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BDB81-31E0-ED42-CB03-E4A5D032C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80D8C-2951-BA6B-1F12-B662C3D0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DECC3-E95B-E926-F818-A23A5EF1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1BF17-F242-DF12-7522-E18F18ED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8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861D-68B5-B856-11FA-2D24F767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305ED-7CEA-C7C4-12F8-8B26B55BE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B6959-AB8D-66E1-3636-2ACC85C92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EF939-2C4E-8626-4010-4AC4D83C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7B62A-306F-97D6-2425-61F9434C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15C97-F0D1-66E8-E11B-0505B699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9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E9BD-8A8A-0EEC-4EB1-CD0B41B7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249FF-649F-7032-F7A3-9A502203B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49F85-019C-1380-B2AC-E2087A1D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C2A6-DD8E-CC29-2B72-5E8A48AC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B6DEF-2D66-B2CD-BD69-391659E6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12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ABD28-2957-F9FF-F52F-A503A3B6D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41CAF-B021-7B2E-FD39-FC701F292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613D5-9823-1C7D-1FB9-E3528105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D61CA-8C42-6427-5C2A-46C5117F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AC6F-B6EB-55C6-DA00-F552005F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8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09AE3-95F6-3504-F92F-BC0E4564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0B505-C31B-8595-11A4-53180A16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F6A0-6B3F-313A-17F8-F9AA3BBC0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1F35A-E116-9941-8BCB-58EC54DB536B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E0C1-7756-C253-6494-F26BB81C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002A9-4724-ABAC-116A-6B34E12E7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13F1D-BCB1-3040-8764-FDB6CB42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5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4E3D-23BE-6952-3A29-ED3A1E43C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31 Assignment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6B4E4-F81A-25B9-B71B-757594036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Ram Sundar</a:t>
            </a:r>
          </a:p>
        </p:txBody>
      </p:sp>
    </p:spTree>
    <p:extLst>
      <p:ext uri="{BB962C8B-B14F-4D97-AF65-F5344CB8AC3E}">
        <p14:creationId xmlns:p14="http://schemas.microsoft.com/office/powerpoint/2010/main" val="32300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216D-0A0C-0A8F-7292-8DBAE327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B0BE2-D2E8-6E49-6189-AD9AA1C67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the structure of the Twitter dataset</a:t>
            </a:r>
          </a:p>
          <a:p>
            <a:r>
              <a:rPr lang="en-US" dirty="0"/>
              <a:t>Perform data preprocessing and text cleaning</a:t>
            </a:r>
          </a:p>
          <a:p>
            <a:r>
              <a:rPr lang="en-US" dirty="0"/>
              <a:t>Conduct exploratory data analysis to uncover insights</a:t>
            </a:r>
          </a:p>
          <a:p>
            <a:r>
              <a:rPr lang="en-US" dirty="0"/>
              <a:t>Build a Recurrent Neural Network (RNN) model for sentiment classification</a:t>
            </a:r>
          </a:p>
          <a:p>
            <a:r>
              <a:rPr lang="en-US" dirty="0"/>
              <a:t>Evaluate and improve the performance of the model</a:t>
            </a:r>
          </a:p>
          <a:p>
            <a:r>
              <a:rPr lang="en-US" dirty="0"/>
              <a:t>Present findings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6331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75A3-DAD0-E556-56F4-C186D5F0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1B710-B027-C5BB-B44E-E440D8EB7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Standard CSV without headers</a:t>
            </a:r>
          </a:p>
          <a:p>
            <a:r>
              <a:rPr lang="en-US" dirty="0"/>
              <a:t>Appears to be from multiple sources</a:t>
            </a:r>
          </a:p>
          <a:p>
            <a:r>
              <a:rPr lang="en-US" dirty="0"/>
              <a:t>Dataset observations</a:t>
            </a:r>
          </a:p>
          <a:p>
            <a:pPr lvl="1"/>
            <a:r>
              <a:rPr lang="en-IN" dirty="0"/>
              <a:t>Total Rows: 74681 </a:t>
            </a:r>
          </a:p>
          <a:p>
            <a:pPr lvl="1"/>
            <a:r>
              <a:rPr lang="en-IN" dirty="0"/>
              <a:t>Total Columns: 4 </a:t>
            </a:r>
          </a:p>
          <a:p>
            <a:pPr lvl="1"/>
            <a:r>
              <a:rPr lang="en-IN" dirty="0"/>
              <a:t>Duplicate Rows: 2700 (3.62%) </a:t>
            </a:r>
          </a:p>
          <a:p>
            <a:pPr lvl="1"/>
            <a:r>
              <a:rPr lang="en-IN" dirty="0"/>
              <a:t>Total Missing Values: 686 </a:t>
            </a:r>
          </a:p>
          <a:p>
            <a:pPr lvl="1"/>
            <a:r>
              <a:rPr lang="en-IN" dirty="0"/>
              <a:t>Completely Empty Rows: 0</a:t>
            </a:r>
          </a:p>
          <a:p>
            <a:r>
              <a:rPr lang="en-IN" dirty="0"/>
              <a:t>Dataset after post processing</a:t>
            </a:r>
          </a:p>
          <a:p>
            <a:pPr lvl="1"/>
            <a:r>
              <a:rPr lang="en-IN" dirty="0"/>
              <a:t>Total Rows: 57296 </a:t>
            </a:r>
          </a:p>
          <a:p>
            <a:pPr lvl="1"/>
            <a:r>
              <a:rPr lang="en-IN" dirty="0"/>
              <a:t>Total Columns: 2 </a:t>
            </a:r>
          </a:p>
          <a:p>
            <a:pPr lvl="1"/>
            <a:r>
              <a:rPr lang="en-IN" dirty="0"/>
              <a:t>Duplicate Rows: 0 (0.00%) </a:t>
            </a:r>
          </a:p>
          <a:p>
            <a:pPr lvl="1"/>
            <a:r>
              <a:rPr lang="en-IN" dirty="0"/>
              <a:t>Total Missing Values: 0 </a:t>
            </a:r>
          </a:p>
          <a:p>
            <a:pPr lvl="1"/>
            <a:r>
              <a:rPr lang="en-IN" dirty="0"/>
              <a:t>Completely Empty Rows: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15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34A5-2090-DD49-FD70-DC67F66A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Key findings – Sentiment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66DCC3-7037-F7F9-A7B3-AC64658E3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200" y="1994694"/>
            <a:ext cx="64516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3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ECAE-18CD-0A46-591B-FC05BFE3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A140-FC83-BDF7-A369-AA24C80E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Key findings – top 10 Positive keywords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1424FF-DDF6-6527-F6E3-37BEED441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3050" y="1880394"/>
            <a:ext cx="65659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0824-61C3-56EF-392A-823A889D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D185-02BA-012C-9145-19EC6895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Key findings – top 10 Negative keywords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8872D8-931F-E572-699D-D93A97339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650" y="1899444"/>
            <a:ext cx="68707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7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DD6A-37E9-78E0-B4A3-480A87D8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56CC-6748-0A8D-F871-06DF8469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Key findings – word clouds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9590C6-6F41-D3D1-F2B8-18C317585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692" y="2790430"/>
            <a:ext cx="4990308" cy="2328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3B9AE1-F91A-FF0F-5D81-A52F7470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718" y="2790430"/>
            <a:ext cx="4562666" cy="201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8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2DFF-814A-599F-06E0-AF6F5E18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model build -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14B8-FF70-6A8A-BAFF-14D769A0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518" cy="4351338"/>
          </a:xfrm>
        </p:spPr>
        <p:txBody>
          <a:bodyPr/>
          <a:lstStyle/>
          <a:p>
            <a:r>
              <a:rPr lang="en-US"/>
              <a:t>Layers</a:t>
            </a:r>
            <a:endParaRPr lang="en-US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A7E4FE33-A085-E501-D418-6A1EB0DD1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655" y="762126"/>
            <a:ext cx="1963145" cy="55034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885D1-F740-562E-DA1B-8ACF3FB03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530" y="2235253"/>
            <a:ext cx="4303305" cy="25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5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7828D-4310-A42B-D29A-677BC8A9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 results and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E4A4C-6432-BB20-FCC0-EC606AD72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C9E3-6F48-8E68-7DB1-87414461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&amp; Model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0C2D-5BBE-3717-3DCE-612A18CB3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2BE4-0E2C-F8D6-7CAC-CD697256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tweet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00AB-ABCE-0C7E-D2A1-D8C4EBB3E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3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170</Words>
  <Application>Microsoft Macintosh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Week 31 Assignment Summary</vt:lpstr>
      <vt:lpstr>Objectives</vt:lpstr>
      <vt:lpstr>Dataset Overview</vt:lpstr>
      <vt:lpstr>EDA – Key findings – Sentiment distribution</vt:lpstr>
      <vt:lpstr>EDA – Key findings – top 10 Positive keywords</vt:lpstr>
      <vt:lpstr>EDA – Key findings – top 10 Negative keywords</vt:lpstr>
      <vt:lpstr>EDA – Key findings – word clouds</vt:lpstr>
      <vt:lpstr>RNN model build - Methodology</vt:lpstr>
      <vt:lpstr>Eval results and performance metrics</vt:lpstr>
      <vt:lpstr>Challenges faced &amp; Model improvement</vt:lpstr>
      <vt:lpstr>Sample tweet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Sundar</dc:creator>
  <cp:lastModifiedBy>Ram Sundar</cp:lastModifiedBy>
  <cp:revision>15</cp:revision>
  <dcterms:created xsi:type="dcterms:W3CDTF">2025-12-26T14:56:28Z</dcterms:created>
  <dcterms:modified xsi:type="dcterms:W3CDTF">2025-12-26T15:17:58Z</dcterms:modified>
</cp:coreProperties>
</file>